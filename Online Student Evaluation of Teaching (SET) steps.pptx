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A6C8-AAFC-1DCA-662F-C77428DF8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878F1-5000-6233-CBFD-5A667B0A5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369B5-2624-16BC-8C31-F1E340917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708ED-D2C9-AD19-BE5C-64E47882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E326E-D049-00FA-690C-F02485B2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7568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C623-0D83-FDA7-6E9A-701D3C58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E9721-0421-6F85-05F1-FB116AB02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26805-E87F-1111-5201-47EB94E4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07C-65C3-9580-05EB-B786DED8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9F34B-CD9F-4D8E-193E-606C1382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7318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7518-6AE0-DA6A-C747-5562B18F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479C9-729F-58AF-0A59-64C9849FE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87854-06B0-2B93-0454-6E409712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1BEA-4013-BEF6-462F-F9C14657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3C06C-B156-4208-1209-BEC8D919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7050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5B64-E401-59B5-9F6C-4625AAEC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0045-7F50-492C-A629-593427D70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A8751-3799-F73E-757A-C7FC8FB03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64836-0729-8838-E76A-8CCCB232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0D962-F1D6-A697-D9D9-AEC04F19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F1430-6644-A13D-A146-10011345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7517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2414-E1E5-2CFD-8A82-991B90D9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35E51-E8C1-7FD0-5D12-B42051E12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BE6FA-986C-F4CA-6D22-38F7DF582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D7BD6-2392-6FE0-32AE-4BD6103A7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7F96B-B358-8316-29F9-1EABB6411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6A34B1-3F26-F8B8-4A2E-E598ECCF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D1518F-6371-5979-364F-43E06592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4BD68-D706-B4AB-B2B5-B4CD94F5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7539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A0D7-59B0-8D6E-0030-CC6E86E3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71BD7-B0BC-ADD3-1633-9AEE0667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5EE7A-10E9-9026-5768-A6A17A9C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4925A-13A4-129C-FBDB-5C1928BE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6853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BBC2A-FD87-06D1-EF87-CEB71CFEC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8027D-1917-1B8F-8C29-CCDA4212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761D3-9DD8-FF55-1324-FC624448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7528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EEF8-5814-BFB1-82F8-FF63DB471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1AC71-C5CE-433A-7D38-121C1182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0BEC1-05E9-91C0-01B0-BD836D295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CAE93-0FB9-FEE6-517C-F4F7A85F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BC980-1174-4D9D-C9F8-DF258891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6944F-1621-6C4C-8ABB-E792CFA7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8030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B4DD-DBF9-EF2A-653B-A0E79FD7B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14B001-6DCE-F21E-DEF4-AC4A542E6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1FF58-504C-90E8-7A7D-8E2482961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D888D-E64A-BF4E-72B3-72046104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8312B-BFBA-56E2-F844-966D094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26E27-1680-4FE7-3582-2FD6E769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6005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7990-C7E9-4D63-09DD-EAFC138B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33A8E-3E36-5EBA-A1C7-BCA9E8868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79F22-25DF-DBE1-B2A3-F27EA5B9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AF46-9DBF-CFAD-85B7-E097064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2E79A-81E9-8DAA-C787-9CD32060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9797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76F0B-CB28-D52F-45BC-7F8A8D465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896E0-CB13-6B83-86CA-EE9683852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87592-97D3-05B7-59F7-0636D855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63441-C47A-3285-5AE1-447695D1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AFBB-1DF2-C6C4-0FE9-85612F3F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4676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C4B07-0D7D-9721-5199-EF298138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C351-D8F6-03A8-FEEB-F64285A83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C648E-94A7-C638-4848-652D5FF20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38771-7DDB-4F9D-9E56-D0E570E3DFFC}" type="datetimeFigureOut">
              <a:rPr lang="zh-HK" altLang="en-US" smtClean="0"/>
              <a:t>26/11/2025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8F869-3BBB-E725-F0CA-3C1AB779C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7AEE-54E6-13D9-2D3A-FE1C50431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3D8FA-0AAA-4408-9468-743A34B88C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9932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t.eduhk.hk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duhk.ap.panopto.com/Panopto/Pages/Viewer.aspx?id=00223c7d-cd3e-4710-8471-afd4003dec99&amp;start=40.43980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BC6C-030E-5955-E773-3F65F7862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Online Student Evaluation of Teaching (SET) </a:t>
            </a:r>
            <a:endParaRPr lang="zh-HK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9F230-E0D6-EBFF-E02F-69AC7CB28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HK" dirty="0"/>
              <a:t>Saturday, 6 December 2025</a:t>
            </a:r>
          </a:p>
          <a:p>
            <a:r>
              <a:rPr lang="en-US" altLang="zh-HK" dirty="0"/>
              <a:t>open from </a:t>
            </a:r>
            <a:r>
              <a:rPr lang="en-US" altLang="zh-HK" b="1" dirty="0"/>
              <a:t>15:30 to 17:30</a:t>
            </a:r>
          </a:p>
          <a:p>
            <a:r>
              <a:rPr lang="en-US" altLang="zh-HK" dirty="0"/>
              <a:t>Access Code: D96Y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411664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44D3-C9D8-6A4F-C41D-B826D50A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solidFill>
                  <a:srgbClr val="242424"/>
                </a:solidFill>
                <a:latin typeface="Times New Roman" panose="02020603050405020304" pitchFamily="18" charset="0"/>
              </a:rPr>
              <a:t>Visit: </a:t>
            </a:r>
            <a:r>
              <a:rPr lang="en-US" altLang="zh-HK" dirty="0">
                <a:solidFill>
                  <a:srgbClr val="242424"/>
                </a:solidFill>
                <a:latin typeface="Times New Roman" panose="02020603050405020304" pitchFamily="18" charset="0"/>
                <a:hlinkClick r:id="rId2" tooltip="https://set.eduhk.hk"/>
              </a:rPr>
              <a:t>https://set.eduhk.hk</a:t>
            </a:r>
            <a:endParaRPr lang="zh-HK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166FE-5D34-2381-6823-C12207E9C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02" y="1688606"/>
            <a:ext cx="4151298" cy="43173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1BA997-747F-3655-5E84-2CB1695A1A6A}"/>
              </a:ext>
            </a:extLst>
          </p:cNvPr>
          <p:cNvSpPr txBox="1"/>
          <p:nvPr/>
        </p:nvSpPr>
        <p:spPr>
          <a:xfrm>
            <a:off x="579569" y="5682790"/>
            <a:ext cx="609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HK" sz="36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</a:rPr>
              <a:t>Or scan the attached QR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39ECC-46CF-58AF-3376-086184BED9D2}"/>
              </a:ext>
            </a:extLst>
          </p:cNvPr>
          <p:cNvSpPr txBox="1"/>
          <p:nvPr/>
        </p:nvSpPr>
        <p:spPr>
          <a:xfrm>
            <a:off x="6497733" y="2141201"/>
            <a:ext cx="4770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>
                <a:solidFill>
                  <a:srgbClr val="FFC000"/>
                </a:solidFill>
              </a:rPr>
              <a:t>The link or the QR code cannot be opened via WeChat.</a:t>
            </a:r>
            <a:endParaRPr lang="zh-HK" altLang="en-US" sz="3600" b="1" dirty="0">
              <a:solidFill>
                <a:srgbClr val="FFC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1AB94-E402-61CA-111B-42EE0C48E71B}"/>
              </a:ext>
            </a:extLst>
          </p:cNvPr>
          <p:cNvSpPr txBox="1"/>
          <p:nvPr/>
        </p:nvSpPr>
        <p:spPr>
          <a:xfrm>
            <a:off x="6497733" y="4482461"/>
            <a:ext cx="4770801" cy="17235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HK" sz="18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</a:rPr>
              <a:t>Steps:</a:t>
            </a:r>
          </a:p>
          <a:p>
            <a:pPr lvl="1">
              <a:buFont typeface="+mj-lt"/>
              <a:buAutoNum type="arabicPeriod"/>
            </a:pPr>
            <a:r>
              <a:rPr lang="en-US" altLang="zh-HK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</a:rPr>
              <a:t>Select the course </a:t>
            </a:r>
            <a:r>
              <a:rPr lang="en-US" altLang="zh-HK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</a:rPr>
              <a:t>INT6137 – PROJECT I: DEVELOPING A CHATBOT FOR PROFESSIONALS</a:t>
            </a:r>
          </a:p>
          <a:p>
            <a:pPr lvl="1">
              <a:buFont typeface="+mj-lt"/>
              <a:buAutoNum type="arabicPeriod"/>
            </a:pPr>
            <a:endParaRPr lang="en-US" altLang="zh-HK" sz="1600" b="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en-US" altLang="zh-HK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</a:rPr>
              <a:t>Enter the access code: </a:t>
            </a:r>
            <a:r>
              <a:rPr lang="en-US" altLang="zh-HK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</a:rPr>
              <a:t>D96Y</a:t>
            </a:r>
            <a:endParaRPr lang="en-US" altLang="zh-HK" sz="1600" b="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503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3453-36C4-A444-94ED-113AE210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Video guide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2D6EE-438E-6534-4CEE-00F6E8A15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Here is a short video guide for students on how to complete the questionnaire:</a:t>
            </a:r>
          </a:p>
          <a:p>
            <a:r>
              <a:rPr lang="en-US" altLang="zh-HK" dirty="0"/>
              <a:t> </a:t>
            </a:r>
            <a:r>
              <a:rPr lang="en-US" altLang="zh-HK" dirty="0">
                <a:hlinkClick r:id="rId2" tooltip="https://eduhk.ap.panopto.com/Panopto/Pages/Viewer.aspx?id=00223c7d-cd3e-4710-8471-afd4003dec99&amp;start=40.439804"/>
              </a:rPr>
              <a:t>https://eduhk.ap.panopto.com/Panopto/Pages/Viewer.aspx?id=00223c7d-cd3e-4710-8471-afd4003dec99&amp;start=40.439804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5579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f091b6-1eba-4746-87ff-7296e5487a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623AE57EFA5047BAC09ED7E9167B11" ma:contentTypeVersion="18" ma:contentTypeDescription="Create a new document." ma:contentTypeScope="" ma:versionID="4cd13143d40f57ab4b60a36c68290a86">
  <xsd:schema xmlns:xsd="http://www.w3.org/2001/XMLSchema" xmlns:xs="http://www.w3.org/2001/XMLSchema" xmlns:p="http://schemas.microsoft.com/office/2006/metadata/properties" xmlns:ns3="f7f091b6-1eba-4746-87ff-7296e5487aa9" xmlns:ns4="4238a5a9-a31f-4456-9a6f-1e0053c686ca" targetNamespace="http://schemas.microsoft.com/office/2006/metadata/properties" ma:root="true" ma:fieldsID="4bf1141d8218c97c5b4234f0f97cae73" ns3:_="" ns4:_="">
    <xsd:import namespace="f7f091b6-1eba-4746-87ff-7296e5487aa9"/>
    <xsd:import namespace="4238a5a9-a31f-4456-9a6f-1e0053c686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091b6-1eba-4746-87ff-7296e5487a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38a5a9-a31f-4456-9a6f-1e0053c686c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E26AF4-87C3-4745-B828-D2B14D48231B}">
  <ds:schemaRefs>
    <ds:schemaRef ds:uri="http://purl.org/dc/elements/1.1/"/>
    <ds:schemaRef ds:uri="http://www.w3.org/XML/1998/namespace"/>
    <ds:schemaRef ds:uri="4238a5a9-a31f-4456-9a6f-1e0053c686ca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f7f091b6-1eba-4746-87ff-7296e5487aa9"/>
  </ds:schemaRefs>
</ds:datastoreItem>
</file>

<file path=customXml/itemProps2.xml><?xml version="1.0" encoding="utf-8"?>
<ds:datastoreItem xmlns:ds="http://schemas.openxmlformats.org/officeDocument/2006/customXml" ds:itemID="{D91F4CB5-128F-473B-AC83-F7C136702D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2593F5-27E9-44FD-8DBF-8A4DDE54C2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091b6-1eba-4746-87ff-7296e5487aa9"/>
    <ds:schemaRef ds:uri="4238a5a9-a31f-4456-9a6f-1e0053c686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113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Times New Roman</vt:lpstr>
      <vt:lpstr>Office Theme</vt:lpstr>
      <vt:lpstr>Online Student Evaluation of Teaching (SET) </vt:lpstr>
      <vt:lpstr>Visit: https://set.eduhk.hk</vt:lpstr>
      <vt:lpstr>Video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SIT, Chun Yan Enoch [AIDCEC]</dc:creator>
  <cp:lastModifiedBy>SIT, Chun Yan Enoch [AIDCEC]</cp:lastModifiedBy>
  <cp:revision>1</cp:revision>
  <dcterms:created xsi:type="dcterms:W3CDTF">2025-11-26T08:48:20Z</dcterms:created>
  <dcterms:modified xsi:type="dcterms:W3CDTF">2025-11-26T08:53:34Z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0x010100CF623AE57EFA5047BAC09ED7E9167B11</vt:lpwstr>
  </property>
</Properties>
</file>